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55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5C7A"/>
          </a:solidFill>
          <a:ln w="12700">
            <a:solidFill>
              <a:srgbClr val="B65C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10195560" y="64282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BIGCURVAS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C87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C87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58368"/>
            <a:ext cx="553212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3970">
            <a:solidFill>
              <a:srgbClr val="EADDE2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3" name="Shape 1"/>
          <p:cNvSpPr/>
          <p:nvPr/>
        </p:nvSpPr>
        <p:spPr>
          <a:xfrm>
            <a:off x="941832" y="98755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F4DCE5"/>
          </a:solidFill>
          <a:ln w="12700">
            <a:solidFill>
              <a:srgbClr val="F4DC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1033272" y="105156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3E58"/>
                </a:solidFill>
              </a:rPr>
              <a:t>PROYECTO CAPSTONE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32688" y="1490472"/>
            <a:ext cx="4709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/>
              <a:t>CurvaStock – Sistema de gestión de inventario y ventas para Big Curvas </a:t>
            </a:r>
          </a:p>
        </p:txBody>
      </p:sp>
      <p:sp>
        <p:nvSpPr>
          <p:cNvPr id="6" name="Text 4"/>
          <p:cNvSpPr/>
          <p:nvPr/>
        </p:nvSpPr>
        <p:spPr>
          <a:xfrm>
            <a:off x="941832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3E58"/>
                </a:solidFill>
              </a:rPr>
              <a:t>Propuesta para Bi</a:t>
            </a:r>
            <a:r>
              <a:rPr lang="en-US" b="1" dirty="0">
                <a:solidFill>
                  <a:srgbClr val="7A3E58"/>
                </a:solidFill>
              </a:rPr>
              <a:t>g</a:t>
            </a:r>
            <a:r>
              <a:rPr lang="en-US" sz="1800" b="1" dirty="0">
                <a:solidFill>
                  <a:srgbClr val="7A3E58"/>
                </a:solidFill>
              </a:rPr>
              <a:t>curvas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3637788"/>
            <a:ext cx="43891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6269"/>
                </a:solidFill>
              </a:rPr>
              <a:t>Presentación del Proyecto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D6269"/>
                </a:solidFill>
              </a:rPr>
              <a:t>Integrantes:  Matias Damico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D6269"/>
                </a:solidFill>
              </a:rPr>
              <a:t>	Cristopher Silva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D6269"/>
                </a:solidFill>
              </a:rPr>
              <a:t>                           Misael Sepulveda</a:t>
            </a:r>
          </a:p>
          <a:p>
            <a:pPr marL="0" indent="0">
              <a:buNone/>
            </a:pPr>
            <a:endParaRPr lang="en-US" sz="1300" dirty="0">
              <a:solidFill>
                <a:srgbClr val="6D6269"/>
              </a:solidFill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6D6269"/>
                </a:solidFill>
              </a:rPr>
              <a:t>Profesor</a:t>
            </a:r>
            <a:r>
              <a:rPr lang="en-US" sz="1300" dirty="0">
                <a:solidFill>
                  <a:srgbClr val="6D6269"/>
                </a:solidFill>
              </a:rPr>
              <a:t>: Cristian Moreno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D6269"/>
                </a:solidFill>
              </a:rPr>
              <a:t>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4692" y="4622800"/>
            <a:ext cx="4343400" cy="0"/>
          </a:xfrm>
          <a:prstGeom prst="line">
            <a:avLst/>
          </a:prstGeom>
          <a:noFill/>
          <a:ln w="15240">
            <a:solidFill>
              <a:srgbClr val="E4D5DB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9" name="Text 7"/>
          <p:cNvSpPr/>
          <p:nvPr/>
        </p:nvSpPr>
        <p:spPr>
          <a:xfrm>
            <a:off x="873252" y="47594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6269"/>
                </a:solidFill>
              </a:rPr>
              <a:t>Problema  •  Objetivo general  •  Objetivos específicos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5120" y="914400"/>
            <a:ext cx="4526280" cy="4480560"/>
          </a:xfrm>
          <a:prstGeom prst="roundRect">
            <a:avLst>
              <a:gd name="adj" fmla="val 2449"/>
            </a:avLst>
          </a:prstGeom>
          <a:solidFill>
            <a:srgbClr val="F7E7ED"/>
          </a:solidFill>
          <a:ln w="12700">
            <a:solidFill>
              <a:srgbClr val="F7E7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7059168" y="1353312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9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7772400" y="1517904"/>
            <a:ext cx="438912" cy="438912"/>
          </a:xfrm>
          <a:prstGeom prst="ellipse">
            <a:avLst/>
          </a:prstGeom>
          <a:solidFill>
            <a:srgbClr val="B65C7A"/>
          </a:solidFill>
          <a:ln w="12700">
            <a:solidFill>
              <a:srgbClr val="B65C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223760" y="15681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2103120"/>
            <a:ext cx="1591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830"/>
                </a:solidFill>
              </a:rPr>
              <a:t>Venta online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1353312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9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9884664" y="1519770"/>
            <a:ext cx="438912" cy="438912"/>
          </a:xfrm>
          <a:prstGeom prst="ellipse">
            <a:avLst/>
          </a:prstGeom>
          <a:solidFill>
            <a:srgbClr val="7A3E58"/>
          </a:solidFill>
          <a:ln w="12700">
            <a:solidFill>
              <a:srgbClr val="7A3E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9308592" y="15681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08592" y="2103120"/>
            <a:ext cx="1591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830"/>
                </a:solidFill>
              </a:rPr>
              <a:t>Venta física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94192" y="2971800"/>
            <a:ext cx="1097280" cy="822960"/>
          </a:xfrm>
          <a:prstGeom prst="downArrow">
            <a:avLst/>
          </a:prstGeom>
          <a:solidFill>
            <a:srgbClr val="4F7A68"/>
          </a:solidFill>
          <a:ln w="12700">
            <a:solidFill>
              <a:srgbClr val="4F7A6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7644384" y="3886200"/>
            <a:ext cx="263347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C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818120" y="41148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7A68"/>
                </a:solidFill>
              </a:rPr>
              <a:t>INVENTARIO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F7A68"/>
                </a:solidFill>
              </a:rPr>
              <a:t>UNIFICADO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C87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2830"/>
                </a:solidFill>
              </a:rPr>
              <a:t>Planteamiento del problema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9875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6269"/>
                </a:solidFill>
              </a:rPr>
              <a:t>El crecimiento de las ventas online y físicas hizo más difícil controlar el stock.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572768"/>
            <a:ext cx="49834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7DA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24128" y="18653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3E58"/>
                </a:solidFill>
              </a:rPr>
              <a:t>Situación actual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33272" y="2377440"/>
            <a:ext cx="146304" cy="146304"/>
          </a:xfrm>
          <a:prstGeom prst="ellipse">
            <a:avLst/>
          </a:prstGeom>
          <a:solidFill>
            <a:srgbClr val="7A3E58"/>
          </a:solidFill>
          <a:ln w="12700">
            <a:solidFill>
              <a:srgbClr val="7A3E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307592" y="23317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2830"/>
                </a:solidFill>
              </a:rPr>
              <a:t>El inventario se registra de forma manual.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33272" y="3127248"/>
            <a:ext cx="146304" cy="146304"/>
          </a:xfrm>
          <a:prstGeom prst="ellipse">
            <a:avLst/>
          </a:prstGeom>
          <a:solidFill>
            <a:srgbClr val="7A3E58"/>
          </a:solidFill>
          <a:ln w="12700">
            <a:solidFill>
              <a:srgbClr val="7A3E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307592" y="30815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2830"/>
                </a:solidFill>
              </a:rPr>
              <a:t>Las ventas online y fisicas no siempre reflejan el stock real.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33272" y="3877056"/>
            <a:ext cx="146304" cy="146304"/>
          </a:xfrm>
          <a:prstGeom prst="ellipse">
            <a:avLst/>
          </a:prstGeom>
          <a:solidFill>
            <a:srgbClr val="B65C7A"/>
          </a:solidFill>
          <a:ln w="12700">
            <a:solidFill>
              <a:srgbClr val="B65C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307592" y="383133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2830"/>
                </a:solidFill>
              </a:rPr>
              <a:t>Puede venderse un producto que ya no está disponible.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33272" y="4626864"/>
            <a:ext cx="146304" cy="146304"/>
          </a:xfrm>
          <a:prstGeom prst="ellipse">
            <a:avLst/>
          </a:prstGeom>
          <a:solidFill>
            <a:srgbClr val="7A3E58"/>
          </a:solidFill>
          <a:ln w="12700">
            <a:solidFill>
              <a:srgbClr val="7A3E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307592" y="458114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2830"/>
                </a:solidFill>
              </a:rPr>
              <a:t>Existe poca visibilidad sobre stock y productos más vendidos.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1572768"/>
            <a:ext cx="5349240" cy="4224528"/>
          </a:xfrm>
          <a:prstGeom prst="roundRect">
            <a:avLst>
              <a:gd name="adj" fmla="val 2165"/>
            </a:avLst>
          </a:prstGeom>
          <a:solidFill>
            <a:srgbClr val="F7E7ED"/>
          </a:solidFill>
          <a:ln w="12700">
            <a:solidFill>
              <a:srgbClr val="F7E7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492240" y="18653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3E58"/>
                </a:solidFill>
              </a:rPr>
              <a:t>Consecuencia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65392" y="2487168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9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196328" y="2711196"/>
            <a:ext cx="438912" cy="438912"/>
          </a:xfrm>
          <a:prstGeom prst="ellipse">
            <a:avLst/>
          </a:prstGeom>
          <a:solidFill>
            <a:srgbClr val="7A3E58"/>
          </a:solidFill>
          <a:ln w="12700">
            <a:solidFill>
              <a:srgbClr val="7A3E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729984" y="27020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9984" y="3236976"/>
            <a:ext cx="1591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830"/>
                </a:solidFill>
              </a:rPr>
              <a:t>Venta registrada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77072" y="2926080"/>
            <a:ext cx="566928" cy="530352"/>
          </a:xfrm>
          <a:prstGeom prst="chevron">
            <a:avLst/>
          </a:prstGeom>
          <a:solidFill>
            <a:srgbClr val="D6A7B8"/>
          </a:solidFill>
          <a:ln w="12700">
            <a:solidFill>
              <a:srgbClr val="D6A7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9162288" y="2487168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9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9868408" y="2745994"/>
            <a:ext cx="438912" cy="438912"/>
          </a:xfrm>
          <a:prstGeom prst="ellipse">
            <a:avLst/>
          </a:prstGeom>
          <a:solidFill>
            <a:srgbClr val="B65C7A"/>
          </a:solidFill>
          <a:ln w="12700">
            <a:solidFill>
              <a:srgbClr val="B65C7A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23" name="Text 21"/>
          <p:cNvSpPr/>
          <p:nvPr/>
        </p:nvSpPr>
        <p:spPr>
          <a:xfrm>
            <a:off x="9868408" y="285140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26880" y="3236976"/>
            <a:ext cx="1591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830"/>
                </a:solidFill>
              </a:rPr>
              <a:t>Stock incorrecto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468612" y="4072128"/>
            <a:ext cx="868680" cy="658368"/>
          </a:xfrm>
          <a:prstGeom prst="downArrow">
            <a:avLst/>
          </a:prstGeom>
          <a:solidFill>
            <a:srgbClr val="B65C7A"/>
          </a:solidFill>
          <a:ln w="12700">
            <a:solidFill>
              <a:srgbClr val="B65C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8012176" y="484784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2830"/>
                </a:solidFill>
              </a:rPr>
              <a:t>Errores en pedidos y control de inventario</a:t>
            </a:r>
            <a:endParaRPr lang="en-US" sz="1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C87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2830"/>
                </a:solidFill>
              </a:rPr>
              <a:t>Objetivo general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9875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6269"/>
                </a:solidFill>
              </a:rPr>
              <a:t>La solución propuesta busca centralizar el proceso de ventas e inventario.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41248" y="1627632"/>
            <a:ext cx="10497312" cy="1847088"/>
          </a:xfrm>
          <a:prstGeom prst="roundRect">
            <a:avLst>
              <a:gd name="adj" fmla="val 5941"/>
            </a:avLst>
          </a:prstGeom>
          <a:solidFill>
            <a:srgbClr val="7A3E58"/>
          </a:solidFill>
          <a:ln w="12700">
            <a:solidFill>
              <a:srgbClr val="7A3E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234440" y="1993392"/>
            <a:ext cx="9710928" cy="10607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Desarrollar un sistema de ventas con control de inventario unificado para Bitcurvas, que permita registrar ventas físicas y online, descontar automáticamente el stock y entregar información útil para la administración.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830"/>
                </a:solidFill>
              </a:rPr>
              <a:t>¿Qué buscamos lograr?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965960" y="44246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9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2697480" y="4621276"/>
            <a:ext cx="438912" cy="438912"/>
          </a:xfrm>
          <a:prstGeom prst="ellipse">
            <a:avLst/>
          </a:prstGeom>
          <a:solidFill>
            <a:srgbClr val="B65C7A"/>
          </a:solidFill>
          <a:ln w="12700">
            <a:solidFill>
              <a:srgbClr val="B65C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706624" y="47401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30552" y="5174488"/>
            <a:ext cx="1591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830"/>
                </a:solidFill>
              </a:rPr>
              <a:t>Centralizar ventas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06824" y="44246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9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56632" y="4621276"/>
            <a:ext cx="438912" cy="438912"/>
          </a:xfrm>
          <a:prstGeom prst="ellipse">
            <a:avLst/>
          </a:prstGeom>
          <a:solidFill>
            <a:srgbClr val="7A3E58"/>
          </a:solidFill>
          <a:ln w="12700">
            <a:solidFill>
              <a:srgbClr val="7A3E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056632" y="47457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71416" y="5174488"/>
            <a:ext cx="1591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830"/>
                </a:solidFill>
              </a:rPr>
              <a:t>Actualizar stock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47688" y="44246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9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397496" y="4580128"/>
            <a:ext cx="438912" cy="438912"/>
          </a:xfrm>
          <a:prstGeom prst="ellipse">
            <a:avLst/>
          </a:prstGeom>
          <a:solidFill>
            <a:srgbClr val="4F7A68"/>
          </a:solidFill>
          <a:ln w="12700">
            <a:solidFill>
              <a:srgbClr val="4F7A6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388352" y="47050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5174488"/>
            <a:ext cx="1591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830"/>
                </a:solidFill>
              </a:rPr>
              <a:t>Reducir errores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88552" y="44246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D9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9628632" y="4621276"/>
            <a:ext cx="438912" cy="438912"/>
          </a:xfrm>
          <a:prstGeom prst="ellipse">
            <a:avLst/>
          </a:prstGeom>
          <a:solidFill>
            <a:srgbClr val="B65C7A"/>
          </a:solidFill>
          <a:ln w="12700">
            <a:solidFill>
              <a:srgbClr val="B65C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9628632" y="47081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53144" y="5174488"/>
            <a:ext cx="1591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830"/>
                </a:solidFill>
              </a:rPr>
              <a:t>Apoyar decisiones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C87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2830"/>
                </a:solidFill>
              </a:rPr>
              <a:t>Objetivos específicos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9875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6269"/>
                </a:solidFill>
              </a:rPr>
              <a:t>Acciones concretas que permiten alcanzar el objetivo general.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10378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0160">
            <a:solidFill>
              <a:srgbClr val="E6D8DE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5" name="Text 3"/>
          <p:cNvSpPr/>
          <p:nvPr/>
        </p:nvSpPr>
        <p:spPr>
          <a:xfrm>
            <a:off x="1051560" y="172821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5C7A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743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550" b="1" dirty="0">
                <a:solidFill>
                  <a:srgbClr val="2F2830"/>
                </a:solidFill>
              </a:rPr>
              <a:t>Analizar los requerimientos de Bigcurvas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0" y="1709928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/>
              <a:t>Identificar las necesidades asociadas a ventas e inventario.</a:t>
            </a:r>
          </a:p>
        </p:txBody>
      </p:sp>
      <p:sp>
        <p:nvSpPr>
          <p:cNvPr id="8" name="Shape 6"/>
          <p:cNvSpPr/>
          <p:nvPr/>
        </p:nvSpPr>
        <p:spPr>
          <a:xfrm>
            <a:off x="868680" y="2450592"/>
            <a:ext cx="10378440" cy="804672"/>
          </a:xfrm>
          <a:prstGeom prst="roundRect">
            <a:avLst>
              <a:gd name="adj" fmla="val 7955"/>
            </a:avLst>
          </a:prstGeom>
          <a:solidFill>
            <a:srgbClr val="F9EEF2"/>
          </a:solidFill>
          <a:ln w="10160">
            <a:solidFill>
              <a:srgbClr val="E6D8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051560" y="262432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5C7A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27048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/>
              <a:t>Diseñar la solución tecnológica</a:t>
            </a:r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320" dirty="0"/>
              <a:t>Definir el modelo de datos, arquitectura y componentes necesarios.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0378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0160">
            <a:solidFill>
              <a:srgbClr val="E6D8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051560" y="352044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5C7A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493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/>
              <a:t>Construir e integrar el sistema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0" y="350215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320" dirty="0"/>
              <a:t>Gestionar productos, ventas e inventario considerando integración con  WooCommerce.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68680" y="4242816"/>
            <a:ext cx="10378440" cy="804672"/>
          </a:xfrm>
          <a:prstGeom prst="roundRect">
            <a:avLst>
              <a:gd name="adj" fmla="val 7955"/>
            </a:avLst>
          </a:prstGeom>
          <a:solidFill>
            <a:srgbClr val="F9EEF2"/>
          </a:solidFill>
          <a:ln w="10160">
            <a:solidFill>
              <a:srgbClr val="E6D8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051560" y="441655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5C7A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409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/>
              <a:t>Implementar herramientas de visualización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0" y="439826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320" dirty="0"/>
              <a:t>Facilitar la consulta de ventas, stock e información relevante.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68680" y="5138928"/>
            <a:ext cx="10378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0160">
            <a:solidFill>
              <a:srgbClr val="E6D8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1051560" y="531266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5C7A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27048" y="5317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/>
              <a:t>Validar la solución desarrollada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0" y="5294376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320" dirty="0"/>
              <a:t>Realizar pruebas y mejoras para verificar el cumplimiento de los requerimientos.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920240" y="6153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A68"/>
                </a:solidFill>
              </a:rPr>
              <a:t>Resultado esperado: inventario más confiable y mejor control de las ventas.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C87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301</Words>
  <Application>Microsoft Office PowerPoint</Application>
  <PresentationFormat>Panorámica</PresentationFormat>
  <Paragraphs>68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Bitcurvas</dc:title>
  <dc:subject>Presentación breve proyecto Bitcurvas</dc:subject>
  <dc:creator>OpenAI</dc:creator>
  <cp:lastModifiedBy>Matias Damico</cp:lastModifiedBy>
  <cp:revision>8</cp:revision>
  <dcterms:created xsi:type="dcterms:W3CDTF">2026-09-10T17:34:17Z</dcterms:created>
  <dcterms:modified xsi:type="dcterms:W3CDTF">2026-09-10T21:29:52Z</dcterms:modified>
</cp:coreProperties>
</file>